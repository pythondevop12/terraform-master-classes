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4A90E2">
              <a:alpha val="15000"/>
            </a:srgbClr>
          </a:solidFill>
          <a:ln w="12700">
            <a:solidFill>
              <a:srgbClr val="4A90E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434840"/>
            <a:ext cx="20116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world. Own nothing.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1A2E4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38328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1A2E4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383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Advanced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38328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1A2E4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83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Series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SOURCE?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Terraform to READ existing infra—without owning it."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023360" cy="233172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 w="2540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109728" cy="23317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block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&amp; manages infra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tracks its lifecycle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(create → update → destroy)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4023360" cy="2331720"/>
          </a:xfrm>
          <a:prstGeom prst="roundRect">
            <a:avLst>
              <a:gd name="adj" fmla="val 5882"/>
            </a:avLst>
          </a:prstGeom>
          <a:solidFill>
            <a:srgbClr val="1A2E4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011680"/>
            <a:ext cx="109728" cy="2331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8348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block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8348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existing infra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only caches the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lifecycle management)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Analogy: resource = buying a house  |  data = looking up a neighbour's address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23444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</a:t>
            </a:r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my_vpc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{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buNone/>
            </a:pPr>
            <a:r>
              <a:rPr lang="en-US" sz="16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... }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it anywhere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272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aws_vpc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my_vpc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67328"/>
            <a:ext cx="0" cy="274320"/>
          </a:xfrm>
          <a:prstGeom prst="line">
            <a:avLst/>
          </a:prstGeom>
          <a:noFill/>
          <a:ln w="12700">
            <a:solidFill>
              <a:srgbClr val="4A9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3767328"/>
            <a:ext cx="0" cy="274320"/>
          </a:xfrm>
          <a:prstGeom prst="line">
            <a:avLst/>
          </a:prstGeom>
          <a:noFill/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3767328"/>
            <a:ext cx="0" cy="274320"/>
          </a:xfrm>
          <a:prstGeom prst="line">
            <a:avLst/>
          </a:prstGeom>
          <a:noFill/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767328"/>
            <a:ext cx="0" cy="27432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041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A2E4A"/>
          </a:solidFill>
          <a:ln w="2540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evaluates your filter args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92808" y="1792224"/>
            <a:ext cx="128016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664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C8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39112" y="10058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A2E4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93392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API Call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93392" y="1938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provider's READ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1792224"/>
            <a:ext cx="128016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664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C8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58184" y="10058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A2E4A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58184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12464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Returned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12464" y="1938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returns matching attributes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30952" y="1792224"/>
            <a:ext cx="128016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664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C8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77256" y="10058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A2E4A"/>
          </a:solidFill>
          <a:ln w="2540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77256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31536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Available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31536" y="1938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usable across your config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50024" y="1792224"/>
            <a:ext cx="128016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23176" y="1664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C8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96328" y="1005840"/>
            <a:ext cx="1554480" cy="1554480"/>
          </a:xfrm>
          <a:prstGeom prst="roundRect">
            <a:avLst>
              <a:gd name="adj" fmla="val 8824"/>
            </a:avLst>
          </a:prstGeom>
          <a:solidFill>
            <a:srgbClr val="1A2E4A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96328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50608" y="1536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Changes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150608" y="1938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 created or modified — ever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880360"/>
            <a:ext cx="8412480" cy="960120"/>
          </a:xfrm>
          <a:prstGeom prst="roundRect">
            <a:avLst>
              <a:gd name="adj" fmla="val 11429"/>
            </a:avLst>
          </a:prstGeom>
          <a:solidFill>
            <a:srgbClr val="1A2E4A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32644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time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(default) — data is read before any changes are applied.</a:t>
            </a:r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time</a:t>
            </a:r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if the data source depends on a resource being created first, Terraform auto-defers it (v0.13+).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9776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D1F35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Advanced: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43159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terraform plan re-reads ALL data sources fresh — each one makes an API call. In large configs, this can slow plans down. Use targeted plans or minimize redundant data lookups.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ARGUMENTS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tell Terraform exactly WHAT to fetch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1A2E4A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63040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792224"/>
            <a:ext cx="3877056" cy="384048"/>
          </a:xfrm>
          <a:prstGeom prst="round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82880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instance_id = "i-0abc1234"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226771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exactly what you want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4160520" cy="1847088"/>
          </a:xfrm>
          <a:prstGeom prst="roundRect">
            <a:avLst>
              <a:gd name="adj" fmla="val 5941"/>
            </a:avLst>
          </a:prstGeom>
          <a:solidFill>
            <a:srgbClr val="1A2E4A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463040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4630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{ } block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90872" y="1792224"/>
            <a:ext cx="3877056" cy="749808"/>
          </a:xfrm>
          <a:prstGeom prst="roundRect">
            <a:avLst>
              <a:gd name="adj" fmla="val 9756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828800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= "tag:Env"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 = ["prod"]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90872" y="263347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by tag, name, or property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346704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1A2E4A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43814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4381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" y="3767328"/>
            <a:ext cx="3877056" cy="384048"/>
          </a:xfrm>
          <a:prstGeom prst="round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80390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most_recent = true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" y="424281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the latest version of something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346704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1A2E4A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343814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4381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 lookup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90872" y="3767328"/>
            <a:ext cx="3877056" cy="384048"/>
          </a:xfrm>
          <a:prstGeom prst="round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380390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= { Name = "prod-vpc" 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90872" y="424281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by a resource tag name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4645152"/>
            <a:ext cx="8686800" cy="402336"/>
          </a:xfrm>
          <a:prstGeom prst="roundRect">
            <a:avLst>
              <a:gd name="adj" fmla="val 18182"/>
            </a:avLst>
          </a:prstGeom>
          <a:solidFill>
            <a:srgbClr val="2D0A0E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 If your filter matches multiple results but the data source expects ONE, Terraform throws an error. Always write precise filters.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694944"/>
          </a:xfrm>
          <a:prstGeom prst="roundRect">
            <a:avLst>
              <a:gd name="adj" fmla="val 13158"/>
            </a:avLst>
          </a:prstGeom>
          <a:solidFill>
            <a:srgbClr val="1A2E4A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91440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987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Infra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280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 VPC, security group, or subnet your team didn't create in THIS config.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8503920" cy="694944"/>
          </a:xfrm>
          <a:prstGeom prst="roundRect">
            <a:avLst>
              <a:gd name="adj" fmla="val 13158"/>
            </a:avLst>
          </a:prstGeom>
          <a:solidFill>
            <a:srgbClr val="1A2E4A"/>
          </a:solidFill>
          <a:ln w="1905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19072"/>
            <a:ext cx="91440" cy="694944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92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78992" y="1792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Values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20848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IDs, AZ lists, cert ARNs — they change over time. Never hardcode them.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523744"/>
            <a:ext cx="8503920" cy="694944"/>
          </a:xfrm>
          <a:prstGeom prst="roundRect">
            <a:avLst>
              <a:gd name="adj" fmla="val 13158"/>
            </a:avLst>
          </a:prstGeom>
          <a:solidFill>
            <a:srgbClr val="1A2E4A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23744"/>
            <a:ext cx="91440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25968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Cross-Stack Sharing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28895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outputs from another Terraform stack using terraform_remote_state.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28416"/>
            <a:ext cx="8503920" cy="694944"/>
          </a:xfrm>
          <a:prstGeom prst="roundRect">
            <a:avLst>
              <a:gd name="adj" fmla="val 13158"/>
            </a:avLst>
          </a:prstGeom>
          <a:solidFill>
            <a:srgbClr val="1A2E4A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28416"/>
            <a:ext cx="91440" cy="69494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(No Hardcoding)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36941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passwords &amp; API keys from AWS Secrets Manager, Vault, or SSM at plan time.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133088"/>
            <a:ext cx="8503920" cy="694944"/>
          </a:xfrm>
          <a:prstGeom prst="roundRect">
            <a:avLst>
              <a:gd name="adj" fmla="val 13158"/>
            </a:avLst>
          </a:prstGeom>
          <a:solidFill>
            <a:srgbClr val="1A2E4A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33088"/>
            <a:ext cx="91440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78992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 &amp; Templates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" y="44988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startup script or JSON config from the filesystem and inject it into a resource.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TERRAFORM_REMOTE_STATE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data source that reads the state file of ANOTHER Terraform config and exposes its outputs.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1A2E4A"/>
          </a:solidFill>
          <a:ln w="25400">
            <a:solidFill>
              <a:srgbClr val="4A9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VPCs,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subnets, routes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8C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2834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29000" y="187452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1A2E4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3500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VPC ID,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IDs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8C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15000" y="2834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1A2E4A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9385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3500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subnet IDs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 stack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Built-in to Terraform — no provider config needed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39136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Access any output from the remote stack's state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426110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Supports S3, GCS, Terraform Cloud, Azure Blob &amp; more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60857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Classic pattern: split large infra into layers (network → app → DB)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WITH DATA SOURCES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2926080"/>
          </a:xfrm>
          <a:prstGeom prst="roundRect">
            <a:avLst>
              <a:gd name="adj" fmla="val 4688"/>
            </a:avLst>
          </a:prstGeom>
          <a:solidFill>
            <a:srgbClr val="1A0A0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depends_on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reads the data source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plan time...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resource it needs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exist yet!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error or stale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960120"/>
            <a:ext cx="4023360" cy="2926080"/>
          </a:xfrm>
          <a:prstGeom prst="roundRect">
            <a:avLst>
              <a:gd name="adj" fmla="val 4688"/>
            </a:avLst>
          </a:prstGeom>
          <a:solidFill>
            <a:srgbClr val="0A1A0E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depends_on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1463040"/>
            <a:ext cx="3703320" cy="1051560"/>
          </a:xfrm>
          <a:prstGeom prst="roundRect">
            <a:avLst>
              <a:gd name="adj" fmla="val 8696"/>
            </a:avLst>
          </a:prstGeom>
          <a:solidFill>
            <a:srgbClr val="0A16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</a:t>
            </a:r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[aws_instance.server]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5786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waits for the resource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CREATED first, then reads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source safely.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4023360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0D1F3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78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Advanced: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61688"/>
            <a:ext cx="8183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Overusing depends_on forces data sources to apply-time resolution, which can slow plans. Terraform v0.13+ auto-detects most dependencies. Use depends_on only when implicit detection fails.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 vs  DATA SOURCE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1A2E4A"/>
          </a:solidFill>
          <a:ln w="19050">
            <a:solidFill>
              <a:srgbClr val="E8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D2040"/>
          </a:solidFill>
          <a:ln w="19050">
            <a:solidFill>
              <a:srgbClr val="4A9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0A2A2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keyword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08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508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039112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391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infra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039112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0391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039112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0391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569464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694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infra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569464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694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569464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5694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Never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099816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99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state file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3099816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099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099816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099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result only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630168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301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3630168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6301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3630168"/>
            <a:ext cx="2788920" cy="47548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6301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Re-read on plan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160520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160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syntax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46120" y="4160520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4160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&lt;type&gt;.&lt;name&gt;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72200" y="4160520"/>
            <a:ext cx="2788920" cy="475488"/>
          </a:xfrm>
          <a:prstGeom prst="rect">
            <a:avLst/>
          </a:prstGeom>
          <a:solidFill>
            <a:srgbClr val="111E3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4160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data.&lt;type&gt;.&lt;name&gt;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SCOPE · PROVIDER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1417320"/>
          </a:xfrm>
          <a:prstGeom prst="roundRect">
            <a:avLst>
              <a:gd name="adj" fmla="val 7742"/>
            </a:avLst>
          </a:prstGeom>
          <a:solidFill>
            <a:srgbClr val="1A2E4A"/>
          </a:solidFill>
          <a:ln w="19050">
            <a:solidFill>
              <a:srgbClr val="4A90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109728" cy="141732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sources are NOT lifecycle-managed in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81912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only caches the last-read result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destroy does NOT delete the external resource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the external resource is deleted → next plan FAILS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8503920" cy="1170432"/>
          </a:xfrm>
          <a:prstGeom prst="roundRect">
            <a:avLst>
              <a:gd name="adj" fmla="val 9375"/>
            </a:avLst>
          </a:prstGeom>
          <a:solidFill>
            <a:srgbClr val="1A2E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87168"/>
            <a:ext cx="109728" cy="1170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511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(Modules)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862072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module → available throughout the config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Inside a module → local to that module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55848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 share across boundaries → pass as module 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67328"/>
            <a:ext cx="8503920" cy="1170432"/>
          </a:xfrm>
          <a:prstGeom prst="roundRect">
            <a:avLst>
              <a:gd name="adj" fmla="val 9375"/>
            </a:avLst>
          </a:prstGeom>
          <a:solidFill>
            <a:srgbClr val="1A2E4A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67328"/>
            <a:ext cx="109728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31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Dependency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142232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data source belongs to a provider (AWS, GCP, etc.)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must be configured before data source is used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636008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Exception: built-in ones (terraform_remote_state) need no provider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 &amp; 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2606040"/>
          </a:xfrm>
          <a:prstGeom prst="roundRect">
            <a:avLst>
              <a:gd name="adj" fmla="val 5263"/>
            </a:avLst>
          </a:prstGeom>
          <a:solidFill>
            <a:srgbClr val="1A2E4A"/>
          </a:solidFill>
          <a:ln w="1905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Decision Tree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Terraform OWN it?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819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resource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23160" y="1819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value DYNAMIC / external?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2825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23160" y="2825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var/local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28800" cy="42976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960120"/>
            <a:ext cx="2487168" cy="429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601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9601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external / existing values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444752"/>
            <a:ext cx="1828800" cy="42976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0528" y="1444752"/>
            <a:ext cx="2487168" cy="429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44475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65392" y="14447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929384"/>
            <a:ext cx="1828800" cy="42976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0528" y="1929384"/>
            <a:ext cx="2487168" cy="429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929384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65392" y="19293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time (or apply time)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414016"/>
            <a:ext cx="1828800" cy="42976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2414016"/>
            <a:ext cx="2487168" cy="429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41401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65392" y="24140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— no lifecycle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2898648"/>
            <a:ext cx="1828800" cy="42976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0528" y="2898648"/>
            <a:ext cx="2487168" cy="429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898648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65392" y="289864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precise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3383280"/>
            <a:ext cx="1828800" cy="42976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3383280"/>
            <a:ext cx="2487168" cy="429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38328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Cross-stack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65392" y="338328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terraform_remote_state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3867912"/>
            <a:ext cx="1828800" cy="429768"/>
          </a:xfrm>
          <a:prstGeom prst="rect">
            <a:avLst/>
          </a:prstGeom>
          <a:solidFill>
            <a:srgbClr val="0D1F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0528" y="3867912"/>
            <a:ext cx="2487168" cy="429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86791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565392" y="386791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SSM, Secrets Manager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8503920" cy="1097280"/>
          </a:xfrm>
          <a:prstGeom prst="roundRect">
            <a:avLst>
              <a:gd name="adj" fmla="val 12500"/>
            </a:avLst>
          </a:prstGeom>
          <a:solidFill>
            <a:srgbClr val="1A2E4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8221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sources let Terraform ask questions about the world.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Terraform's answers."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2026-05-29T13:56:36Z</dcterms:created>
  <dcterms:modified xsi:type="dcterms:W3CDTF">2026-05-29T13:56:36Z</dcterms:modified>
</cp:coreProperties>
</file>