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a0532cd45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a0532cd45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a0532cd45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a0532cd45_2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ea0532cd45_2_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ea0532cd45_2_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a0532cd45_2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ea0532cd45_2_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a0532cd45_2_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a0532cd45_2_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ea0532cd45_2_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a0532cd45_2_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a0532cd45_2_1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ea0532cd45_2_1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a0532cd45_2_1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a0532cd45_2_1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ea0532cd45_2_1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a0532cd45_2_1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a0532cd45_2_1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ea0532cd45_2_1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a0532cd45_2_1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a0532cd45_2_2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ea0532cd45_2_2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a0532cd45_2_2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772400" y="0"/>
            <a:ext cx="1371600" cy="91440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9034272" y="0"/>
            <a:ext cx="109728" cy="1371600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365760" y="365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TERRAFORM SERIES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Terraform Data Types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65760" y="23317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800"/>
              <a:buFont typeface="Calibri"/>
              <a:buNone/>
            </a:pPr>
            <a:r>
              <a:rPr b="0" i="1" lang="en" sz="18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Primitives · Collections · Structural Types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365760" y="2926080"/>
            <a:ext cx="3200400" cy="36576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365760" y="31546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Everything loops need. Nothing more.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365760" y="4663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PythonDevOpsAcademy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We'll Cover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457200" y="1097280"/>
            <a:ext cx="91440" cy="146304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685800" y="123444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85800" y="16459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Primitive Types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85800" y="20116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string · number · bool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800600" y="1097280"/>
            <a:ext cx="3931920" cy="146304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4800600" y="1097280"/>
            <a:ext cx="91440" cy="1463040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5029200" y="123444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029200" y="16459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 Types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029200" y="20116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list · set · 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57200" y="2834640"/>
            <a:ext cx="3931920" cy="146304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57200" y="2834640"/>
            <a:ext cx="91440" cy="14630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685800" y="297180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85800" y="338328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 Types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85800" y="3749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object · tuple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800600" y="2834640"/>
            <a:ext cx="3931920" cy="146304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800600" y="2834640"/>
            <a:ext cx="91440" cy="1463040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5029200" y="297180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029200" y="338328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Constraints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any · typed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623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365760" y="914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Primitive Types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8046720" y="9144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20040" y="1051560"/>
            <a:ext cx="2697480" cy="356616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20040" y="1051560"/>
            <a:ext cx="2697480" cy="50292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11480" y="1051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29768" y="1664208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A sequence of Unicode characters.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Used for names, ARNs, regions, tags.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11480" y="2423160"/>
            <a:ext cx="2514600" cy="1143000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484632" y="2487168"/>
            <a:ext cx="23774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variable "region"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type    = string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default = "us-east-1"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200400" y="1051560"/>
            <a:ext cx="2697480" cy="356616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3200400" y="1051560"/>
            <a:ext cx="2697480" cy="502920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3291840" y="1051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number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310128" y="1664208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Whole or fractional numeric value.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Used for instance counts, ports, sizes.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291840" y="2423160"/>
            <a:ext cx="2514600" cy="1143000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3364992" y="2487168"/>
            <a:ext cx="23774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variable "instance_count"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type    = number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default =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080760" y="1051560"/>
            <a:ext cx="2697480" cy="356616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6080760" y="1051560"/>
            <a:ext cx="2697480" cy="50292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6172200" y="1051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bool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190488" y="1664208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true or false.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Used for feature flags and conditionals.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172200" y="2423160"/>
            <a:ext cx="2514600" cy="1143000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6245352" y="2487168"/>
            <a:ext cx="23774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variable "enable_dns"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type    = bool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default = true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623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365760" y="914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 Types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8046720" y="9144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Collection types hold multiple values of the same type — essential for loops.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20040" y="1600200"/>
            <a:ext cx="2697480" cy="32461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320040" y="1600200"/>
            <a:ext cx="2697480" cy="4572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411480" y="16002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list(type)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429768" y="212140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Ordered — order is preserved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29768" y="241401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Indexed — access by position [0]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29768" y="2706624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Duplicates allowed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29768" y="299923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Used with count 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11480" y="3337560"/>
            <a:ext cx="2514600" cy="1371600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484632" y="3401568"/>
            <a:ext cx="237744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variable "azs"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type    = list(string)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default = ["us-east-1a","us-east-1b"]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# Access: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var.azs[0]  # "us-east-1a"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200400" y="1600200"/>
            <a:ext cx="2697480" cy="32461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3200400" y="1600200"/>
            <a:ext cx="2697480" cy="457200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3291840" y="16002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set(type)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310128" y="212140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Unordered — no guaranteed order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310128" y="241401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No duplicates — unique values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310128" y="2706624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No index access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310128" y="299923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Used with for_each 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291840" y="3337560"/>
            <a:ext cx="2514600" cy="1371600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364992" y="3401568"/>
            <a:ext cx="237744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variable "ports"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type    = set(number)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default = [80, 443, 8080]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# Used directly with for_each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6080760" y="1600200"/>
            <a:ext cx="2697480" cy="32461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6080760" y="1600200"/>
            <a:ext cx="2697480" cy="4572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6172200" y="16002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map(type)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6190488" y="212140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Key-value pairs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190488" y="241401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Keys are always strings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190488" y="2706624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Values must be same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190488" y="299923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Used with for_each 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172200" y="3337560"/>
            <a:ext cx="2514600" cy="1371600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6245352" y="3401568"/>
            <a:ext cx="237744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variable "tags"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type = map(string)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default =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env  = "prod"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team = "devops"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623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vs set vs map — When to Use Which?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20040" y="914400"/>
            <a:ext cx="2560320" cy="41148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A2B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411480" y="9144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2926080" y="914400"/>
            <a:ext cx="1920240" cy="41148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3017520" y="9144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892040" y="914400"/>
            <a:ext cx="1920240" cy="411480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4983480" y="9144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858000" y="914400"/>
            <a:ext cx="1920240" cy="41148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6949440" y="9144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20040" y="1371600"/>
            <a:ext cx="256032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411480" y="137160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Ordered?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2926080" y="1371600"/>
            <a:ext cx="1920240" cy="5029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3017520" y="13716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4892040" y="1371600"/>
            <a:ext cx="1920240" cy="5029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4983480" y="13716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6858000" y="1371600"/>
            <a:ext cx="1920240" cy="5029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6949440" y="13716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320040" y="1920240"/>
            <a:ext cx="256032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411480" y="192024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Allows duplicates?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2926080" y="1920240"/>
            <a:ext cx="192024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3017520" y="1920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892040" y="1920240"/>
            <a:ext cx="192024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4983480" y="1920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858000" y="1920240"/>
            <a:ext cx="192024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6949440" y="1920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✅ Yes (values)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20040" y="2468880"/>
            <a:ext cx="256032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411480" y="24688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Access by index?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926080" y="2468880"/>
            <a:ext cx="1920240" cy="5029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3017520" y="246888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892040" y="2468880"/>
            <a:ext cx="1920240" cy="5029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4983480" y="246888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858000" y="2468880"/>
            <a:ext cx="1920240" cy="5029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949440" y="246888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✅ By key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20040" y="3017520"/>
            <a:ext cx="256032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11480" y="301752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Works with count?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926080" y="3017520"/>
            <a:ext cx="192024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3017520" y="30175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892040" y="3017520"/>
            <a:ext cx="192024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4983480" y="30175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858000" y="3017520"/>
            <a:ext cx="192024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6949440" y="30175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320040" y="3566160"/>
            <a:ext cx="2560320" cy="502920"/>
          </a:xfrm>
          <a:prstGeom prst="rect">
            <a:avLst/>
          </a:prstGeom>
          <a:solidFill>
            <a:srgbClr val="1A2B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411480" y="356616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Works with for_each?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2926080" y="3566160"/>
            <a:ext cx="1920240" cy="5029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3017520" y="35661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❌ 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4892040" y="3566160"/>
            <a:ext cx="1920240" cy="5029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4983480" y="35661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6858000" y="3566160"/>
            <a:ext cx="1920240" cy="50292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6949440" y="35661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457200" y="42793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💡  Pro tip: </a:t>
            </a:r>
            <a:r>
              <a:rPr b="0" i="0" lang="en" sz="12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for_each requires a set or map — if you have a list, convert it with </a:t>
            </a:r>
            <a:r>
              <a:rPr b="0" i="0" lang="en" sz="120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toset()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623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365760" y="914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 Types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8046720" y="9144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320040" y="1005840"/>
            <a:ext cx="4069080" cy="384048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320040" y="1005840"/>
            <a:ext cx="4069080" cy="4572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411480" y="100584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object({ ... })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57200" y="157276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Named attributes with </a:t>
            </a:r>
            <a:r>
              <a:rPr b="1" i="0" lang="en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mixed types</a:t>
            </a: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Like a struct — each key has its own type.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11480" y="2240280"/>
            <a:ext cx="3886200" cy="2468880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02920" y="2304288"/>
            <a:ext cx="3749040" cy="2350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variable "server"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type = object({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name    = string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port    = number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enabled = bool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})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default =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name    = "web"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port    = 80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enabled = true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754880" y="1005840"/>
            <a:ext cx="4069080" cy="384048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4754880" y="1005840"/>
            <a:ext cx="4069080" cy="457200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4846320" y="100584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tuple([ ... ])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846320" y="157276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Fixed-length, </a:t>
            </a:r>
            <a:r>
              <a:rPr b="1" i="0" lang="en" sz="11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mixed-type</a:t>
            </a: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 sequence.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Positional — order and length are fixed.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846320" y="2240280"/>
            <a:ext cx="3886200" cy="2468880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4937760" y="2304288"/>
            <a:ext cx="3749040" cy="2350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variable "record"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type = tuple([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string,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number,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bool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])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default = [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"web-server",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80,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  true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623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365760" y="914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Constraints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8046720" y="9144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320040" y="1005840"/>
            <a:ext cx="3931920" cy="384048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320040" y="1005840"/>
            <a:ext cx="3931920" cy="457200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411480" y="10058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457200" y="1572768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Skips type checking. Terraform infers the type from the value at runtime. Avoid in production — be explicit.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11480" y="2286000"/>
            <a:ext cx="3749040" cy="731520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502920" y="2350008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variable "data"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  type = any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11480" y="3154680"/>
            <a:ext cx="3749040" cy="502920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502920" y="3172968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⚠️  Use only when absolutely necessary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572000" y="1005840"/>
            <a:ext cx="4251960" cy="384048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4572000" y="1005840"/>
            <a:ext cx="4251960" cy="4572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4663440" y="100584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4663440" y="1600200"/>
            <a:ext cx="54864" cy="347472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4800600" y="16002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Always declare explicit types in variables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663440" y="2112264"/>
            <a:ext cx="54864" cy="347472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4800600" y="211226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Use list when order matters and you need indexes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663440" y="2624328"/>
            <a:ext cx="54864" cy="347472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4800600" y="26243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Use set when values must be unique (for_each)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663440" y="3136392"/>
            <a:ext cx="54864" cy="347472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4800600" y="31363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Use map for key-value lookups (for_each)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663440" y="3648456"/>
            <a:ext cx="54864" cy="34747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4800600" y="364845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Use object when attributes have different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663440" y="4160520"/>
            <a:ext cx="54864" cy="347472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4800600" y="41605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C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A4C0"/>
                </a:solidFill>
                <a:latin typeface="Calibri"/>
                <a:ea typeface="Calibri"/>
                <a:cs typeface="Calibri"/>
                <a:sym typeface="Calibri"/>
              </a:rPr>
              <a:t>Avoid any — explicit types catch errors early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1623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Reference Cheatsheet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320040" y="914400"/>
            <a:ext cx="41148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320040" y="914400"/>
            <a:ext cx="73152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502920" y="9601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1920240" y="960120"/>
            <a:ext cx="2377440" cy="576072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"/>
          <p:cNvSpPr/>
          <p:nvPr/>
        </p:nvSpPr>
        <p:spPr>
          <a:xfrm>
            <a:off x="2011680" y="1005840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type = string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320040" y="1719072"/>
            <a:ext cx="41148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320040" y="1719072"/>
            <a:ext cx="73152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502920" y="17647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number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1920240" y="1764792"/>
            <a:ext cx="2377440" cy="576072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2011680" y="1810512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type = number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320040" y="2523744"/>
            <a:ext cx="41148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320040" y="2523744"/>
            <a:ext cx="73152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502920" y="25694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bool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1920240" y="2569464"/>
            <a:ext cx="2377440" cy="576072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2011680" y="2615184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type = bool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320040" y="3328416"/>
            <a:ext cx="41148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320040" y="3328416"/>
            <a:ext cx="73152" cy="685800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502920" y="33741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list(string)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1920240" y="3374136"/>
            <a:ext cx="2377440" cy="576072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2011680" y="3419856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type = list(string)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320040" y="4133088"/>
            <a:ext cx="41148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320040" y="4133088"/>
            <a:ext cx="73152" cy="685800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502920" y="41788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set(string)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1920240" y="4178808"/>
            <a:ext cx="2377440" cy="576072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2011680" y="4224528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type = set(string)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4754880" y="914400"/>
            <a:ext cx="41148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4754880" y="914400"/>
            <a:ext cx="73152" cy="685800"/>
          </a:xfrm>
          <a:prstGeom prst="rect">
            <a:avLst/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4937760" y="9601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A90E2"/>
                </a:solidFill>
                <a:latin typeface="Calibri"/>
                <a:ea typeface="Calibri"/>
                <a:cs typeface="Calibri"/>
                <a:sym typeface="Calibri"/>
              </a:rPr>
              <a:t>map(string)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6355080" y="960120"/>
            <a:ext cx="2377440" cy="576072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6446520" y="1005840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type = map(string)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4754880" y="1719072"/>
            <a:ext cx="41148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4754880" y="1719072"/>
            <a:ext cx="73152" cy="6858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4937760" y="17647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object({...})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6355080" y="1764792"/>
            <a:ext cx="2377440" cy="576072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6446520" y="1810512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type = object({ name = string })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4754880" y="2523744"/>
            <a:ext cx="41148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4754880" y="2523744"/>
            <a:ext cx="73152" cy="6858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4937760" y="25694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tuple([...])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6355080" y="2569464"/>
            <a:ext cx="2377440" cy="576072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6446520" y="2615184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type = tuple([string, number])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4754880" y="3328416"/>
            <a:ext cx="4114800" cy="685800"/>
          </a:xfrm>
          <a:prstGeom prst="rect">
            <a:avLst/>
          </a:prstGeom>
          <a:solidFill>
            <a:srgbClr val="162338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4754880" y="3328416"/>
            <a:ext cx="73152" cy="685800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4937760" y="33741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6355080" y="3374136"/>
            <a:ext cx="2377440" cy="576072"/>
          </a:xfrm>
          <a:prstGeom prst="rect">
            <a:avLst/>
          </a:prstGeom>
          <a:solidFill>
            <a:srgbClr val="0A12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6446520" y="3419856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0C9A7"/>
                </a:solidFill>
                <a:latin typeface="Courier New"/>
                <a:ea typeface="Courier New"/>
                <a:cs typeface="Courier New"/>
                <a:sym typeface="Courier New"/>
              </a:rPr>
              <a:t>type = any  # avoid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