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/home/claude/icons/terrafor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1261872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Blocks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548640" y="2670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repeated nested blocks — dynamically.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copy-pasting ingress and egress rules.</a:t>
            </a:r>
            <a:endParaRPr lang="en-US" sz="1400" dirty="0"/>
          </a:p>
        </p:txBody>
      </p:sp>
      <p:pic>
        <p:nvPicPr>
          <p:cNvPr id="8" name="Image 1" descr="/home/claude/icons/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31920"/>
            <a:ext cx="804672" cy="804672"/>
          </a:xfrm>
          <a:prstGeom prst="rect">
            <a:avLst/>
          </a:prstGeom>
        </p:spPr>
      </p:pic>
      <p:pic>
        <p:nvPicPr>
          <p:cNvPr id="9" name="Image 2" descr="/home/claude/icons/dyna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931920"/>
            <a:ext cx="804672" cy="804672"/>
          </a:xfrm>
          <a:prstGeom prst="rect">
            <a:avLst/>
          </a:prstGeom>
        </p:spPr>
      </p:pic>
      <p:pic>
        <p:nvPicPr>
          <p:cNvPr id="10" name="Image 3" descr="/home/claude/icons/e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931920"/>
            <a:ext cx="804672" cy="8046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47731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1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3017520" y="47731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block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5166360" y="477316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+ more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5486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PythonDevOpsAcademy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Dynamic Block?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last episode we used  for_each  to loop over resources.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dynamic block does the same thing — but for nested blocks inside a resource.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8321040" cy="1170432"/>
          </a:xfrm>
          <a:prstGeom prst="roundRect">
            <a:avLst>
              <a:gd name="adj" fmla="val 625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19072"/>
            <a:ext cx="109728" cy="117043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55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2996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 on a resource  =  stamp out multiple EC2 instances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 inside a resource  =  stamp out multiple ingress rules inside one Security Group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idea, different level — dynamic blocks work inside a resource, not at the resource level.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use dynamic blocks: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37560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3558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aws_security_group  — ingress / egress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85032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37033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aws_autoscaling_group  — tag blocks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32504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0507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aws_ecs_task_definition  — volume mounts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379976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982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aws_lb_listener_rule  — condition blocks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727448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" y="47457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Any resource with repeated nested blocks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999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dynamic blocks cannot do: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337560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33558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Create top-level resources (use for_each)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685032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37033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Replace for_each on a resource block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032504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40507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Be used outside a resource/module/provider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Repeated Nested Blocks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create an Security Group with 3 ingress rules.</a:t>
            </a:r>
            <a:endParaRPr lang="en-US" sz="1300" dirty="0"/>
          </a:p>
        </p:txBody>
      </p:sp>
      <p:pic>
        <p:nvPicPr>
          <p:cNvPr id="5" name="Image 0" descr="/home/claude/icons/s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713232" cy="713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34440"/>
            <a:ext cx="8321040" cy="3368280"/>
          </a:xfrm>
          <a:prstGeom prst="roundRect">
            <a:avLst>
              <a:gd name="adj" fmla="val 2299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309440"/>
            <a:ext cx="8046720" cy="321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"web" {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name = "web-sg"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ingress {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  = 80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to_port     = 80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protocol    = "tcp"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cidr_blocks = ["0.0.0.0/0"]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ingress {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  = 443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to_port     = 443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protocol    = "tcp"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cidr_blocks = ["0.0.0.0/0"]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ingress {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  = 22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to_port     = 22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protocol    = "tcp"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cidr_blocks = ["10.0.0.0/8"]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76672" y="1234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76672" y="1600200"/>
            <a:ext cx="34290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16459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3 identical  ingress  blocks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76672" y="2112264"/>
            <a:ext cx="34290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21579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Add a port → paste another block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76672" y="2624328"/>
            <a:ext cx="34290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0" y="26700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Change protocol → edit all three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76672" y="3136392"/>
            <a:ext cx="34290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0" y="31821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10 rules = 10 copy-pasted blocks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76672" y="3648456"/>
            <a:ext cx="34290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0" y="3694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Violates DRY principle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" y="461772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" y="46725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ports came from a variable? We'd need dynamic blocks.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Dynamic Blocks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3 ingress rules — rewritten with a dynamic block:</a:t>
            </a:r>
            <a:endParaRPr lang="en-US" sz="1300" dirty="0"/>
          </a:p>
        </p:txBody>
      </p:sp>
      <p:pic>
        <p:nvPicPr>
          <p:cNvPr id="5" name="Image 0" descr="/home/claude/icons/s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58368" cy="658368"/>
          </a:xfrm>
          <a:prstGeom prst="rect">
            <a:avLst/>
          </a:prstGeom>
        </p:spPr>
      </p:pic>
      <p:pic>
        <p:nvPicPr>
          <p:cNvPr id="6" name="Image 1" descr="/home/claude/icons/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658368" cy="658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234440"/>
            <a:ext cx="8321040" cy="3549224"/>
          </a:xfrm>
          <a:prstGeom prst="roundRect">
            <a:avLst>
              <a:gd name="adj" fmla="val 200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1325880"/>
            <a:ext cx="8046720" cy="33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"ingress_rules"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default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 port = 80,  cidr = "0.0.0.0/0"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 port = 443, cidr = "0.0.0.0/0"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 port = 22,  cidr = "10.0.0.0/8"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"web"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name = "web-sg"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dynamic "ingress"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for_each = var.ingress_rules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content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from_port   = ingress.value.port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to_port     = ingress.value.port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protocol    = "tcp"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cidr_blocks = [ingress.value.cidr]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6692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get: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0" y="1600200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779008" y="16459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One dynamic block for all rules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669280" y="2112264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779008" y="21579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Add rule → update the variable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0" y="2624328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779008" y="26700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Clean, readable, reviewable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0" y="3136392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779008" y="31821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Scales to any number of rules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669280" y="3648456"/>
            <a:ext cx="3200400" cy="438912"/>
          </a:xfrm>
          <a:prstGeom prst="roundRect">
            <a:avLst>
              <a:gd name="adj" fmla="val 1666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779008" y="36941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Config lives in variables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11480" y="482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4th rule? Just add one item to the list: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/home/claude/icons/dynam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 — Syntax Walkthrough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822960"/>
            <a:ext cx="4389120" cy="2487168"/>
          </a:xfrm>
          <a:prstGeom prst="roundRect">
            <a:avLst>
              <a:gd name="adj" fmla="val 294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914400"/>
            <a:ext cx="41148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var.ingress_rules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  = ingress.value.port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to_port     = ingress.value.port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protocol    = "tcp"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cidr_blocks = [ingress.value.cidr]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96012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74920" y="101498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"ingress"  — the name of the nested block being generated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Must match the block label used in the resource schema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755648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74920" y="181051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for_each  — same as for_each on a resource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Accepts a list, map, or set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2487168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74920" y="25420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content { }  — the body of each generated 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This is where you put the actual arguments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429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iterator variable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3749040"/>
            <a:ext cx="8321040" cy="1024128"/>
          </a:xfrm>
          <a:prstGeom prst="roundRect">
            <a:avLst>
              <a:gd name="adj" fmla="val 7143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 content { },  the iterator is named after the dynamic block label.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6928" y="40965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 ... }  →  use  ingress.value  and  ingress.key  inside 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"tag"     { ... }  →  use  tag.value  and  tag.key  inside content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/home/claude/icons/ke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 — The Iterator Variable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iterator exposes two attributes inside  content { }: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261872"/>
            <a:ext cx="8321040" cy="550000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261872"/>
            <a:ext cx="2011680" cy="550000"/>
          </a:xfrm>
          <a:prstGeom prst="roundRect">
            <a:avLst>
              <a:gd name="adj" fmla="val 7407"/>
            </a:avLst>
          </a:prstGeom>
          <a:solidFill>
            <a:srgbClr val="4A90E2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36313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&lt;label&gt;.key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542032" y="1316872"/>
            <a:ext cx="60807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index (for lists) or key (for maps).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not needed — most blocks use .value.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1939888"/>
            <a:ext cx="8321040" cy="550000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1939888"/>
            <a:ext cx="2011680" cy="550000"/>
          </a:xfrm>
          <a:prstGeom prst="roundRect">
            <a:avLst>
              <a:gd name="adj" fmla="val 7407"/>
            </a:avLst>
          </a:prstGeom>
          <a:solidFill>
            <a:srgbClr val="FFD166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2041152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&lt;label&gt;.value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42032" y="1994888"/>
            <a:ext cx="60807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item from the collection.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iterating a list of objects, access fields with  .value.field_name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25264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iterating a list of objects: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2855648"/>
            <a:ext cx="8321040" cy="2247852"/>
          </a:xfrm>
          <a:prstGeom prst="roundRect">
            <a:avLst>
              <a:gd name="adj" fmla="val 579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2947088"/>
            <a:ext cx="8046720" cy="204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var.ingress_rules = [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{ port = 80, cidr = "0.0.0.0/0" },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{ port = 22, cidr = "10.0.0.0/8" },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]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var.ingress_rules     # list of objects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  = ingress.value.port   # access object field with .value.field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to_port     = ingress.value.port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cidr_blocks = [ingress.value.cidr]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indent="0" marL="0">
              <a:lnSpc>
                <a:spcPct val="84000"/>
              </a:lnSpc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/home/claude/icons/dynam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 — Custom Iterator Label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 the iterator name is the same as the block label. You can override it with  iterator: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— iterator = block label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55448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6459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= ingress.value.port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iterator name = "ingress"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0916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— cleaner name with  iterator =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6459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iterator = rule         # custom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= rule.value.port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# much more readable!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184680"/>
            <a:ext cx="8321040" cy="480000"/>
          </a:xfrm>
          <a:prstGeom prst="roundRect">
            <a:avLst>
              <a:gd name="adj" fmla="val 11111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" y="3209680"/>
            <a:ext cx="8046720" cy="22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iterator =  when the block label is long or ambiguous: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3439680"/>
            <a:ext cx="804672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"listener_rule" { iterator = rule  → rule.value.path_pattern  (much nicer)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3694680"/>
            <a:ext cx="832104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dynamic blocks — dynamic inside dynamic: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3964680"/>
            <a:ext cx="8321040" cy="1124124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" y="4010400"/>
            <a:ext cx="8046720" cy="1032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var.rules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dynamic "timeouts" {      # nested dynamic block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for_each = ingress.value.timeouts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content { create = timeouts.value }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8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7157B"/>
          </a:solidFill>
          <a:ln/>
        </p:spPr>
      </p:sp>
      <p:pic>
        <p:nvPicPr>
          <p:cNvPr id="3" name="Image 0" descr="/home/claude/icons/s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 — AWS Security Group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8229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Security Group with dynamic ingress AND egress rules:</a:t>
            </a:r>
            <a:endParaRPr lang="en-US" sz="1300" dirty="0"/>
          </a:p>
        </p:txBody>
      </p:sp>
      <p:pic>
        <p:nvPicPr>
          <p:cNvPr id="6" name="Image 1" descr="/home/claude/icons/vari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530352" cy="530352"/>
          </a:xfrm>
          <a:prstGeom prst="rect">
            <a:avLst/>
          </a:prstGeom>
        </p:spPr>
      </p:pic>
      <p:pic>
        <p:nvPicPr>
          <p:cNvPr id="7" name="Image 2" descr="/home/claude/icons/in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48840"/>
            <a:ext cx="530352" cy="530352"/>
          </a:xfrm>
          <a:prstGeom prst="rect">
            <a:avLst/>
          </a:prstGeom>
        </p:spPr>
      </p:pic>
      <p:pic>
        <p:nvPicPr>
          <p:cNvPr id="8" name="Image 3" descr="/home/claude/icons/e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44368"/>
            <a:ext cx="530352" cy="53035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51560" y="1188720"/>
            <a:ext cx="3493008" cy="2395728"/>
          </a:xfrm>
          <a:prstGeom prst="roundRect">
            <a:avLst>
              <a:gd name="adj" fmla="val 305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4"/>
          <p:cNvSpPr/>
          <p:nvPr/>
        </p:nvSpPr>
        <p:spPr>
          <a:xfrm>
            <a:off x="1188720" y="1280160"/>
            <a:ext cx="321868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"ingress_rules"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default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 port=80,  cidr="0.0.0.0/0"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 port=443, cidr="0.0.0.0/0"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 port=22,  cidr="10.0.0.0/8"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"egress_rules"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default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 port=0, cidr="0.0.0.0/0"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4709160" y="1188720"/>
            <a:ext cx="4114800" cy="3416432"/>
          </a:xfrm>
          <a:prstGeom prst="roundRect">
            <a:avLst>
              <a:gd name="adj" fmla="val 200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4846320" y="1280160"/>
            <a:ext cx="3840480" cy="323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"web" {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name   = "web-sg"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vpc_id = var.vpc_id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dynamic "ingress" {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for_each = var.ingress_rules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content {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from_port   = ingress.value.port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to_port     = ingress.value.port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protocol    = "tcp"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cidr_blocks = [ingress.value.cidr]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dynamic "egress" {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for_each = var.egress_rules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content {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from_port   = egress.value.port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to_port     = egress.value.port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protocol    = "-1"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cidr_blocks = [egress.value.cidr]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11480" y="4645152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566928" y="47000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port = 1 item in the variable list. No changes to the resource block.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  vs  dynamic block — Key Difference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4A90E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  on a resource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17720" y="82296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0C9A7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822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 inside a resource</a:t>
            </a:r>
            <a:endParaRPr lang="en-US" sz="1600" dirty="0"/>
          </a:p>
        </p:txBody>
      </p:sp>
      <p:pic>
        <p:nvPicPr>
          <p:cNvPr id="8" name="Image 0" descr="/home/claude/icons/e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89888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1389888"/>
            <a:ext cx="3840480" cy="1993392"/>
          </a:xfrm>
          <a:prstGeom prst="roundRect">
            <a:avLst>
              <a:gd name="adj" fmla="val 367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1481328"/>
            <a:ext cx="35661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     = toset(["a","b"])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instance_type = "t2.micro"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Creates: aws_instance.web["a"]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aws_instance.web["b"]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2 separate EC2 instances</a:t>
            </a:r>
            <a:endParaRPr lang="en-US" sz="1100" dirty="0"/>
          </a:p>
        </p:txBody>
      </p:sp>
      <p:pic>
        <p:nvPicPr>
          <p:cNvPr id="11" name="Image 1" descr="/home/claude/icons/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89888"/>
            <a:ext cx="502920" cy="502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17720" y="1389888"/>
            <a:ext cx="4206240" cy="1993392"/>
          </a:xfrm>
          <a:prstGeom prst="roundRect">
            <a:avLst>
              <a:gd name="adj" fmla="val 367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754880" y="1481328"/>
            <a:ext cx="3931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"web"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dynamic "ingress"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for_each = [80, 443, 22]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content { from_port = ingress.value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Creates: 1 Security Group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with 3 ingress rules inside 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3511296"/>
            <a:ext cx="8412480" cy="329184"/>
          </a:xfrm>
          <a:prstGeom prst="roundRect">
            <a:avLst>
              <a:gd name="adj" fmla="val 22222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02920" y="3547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20240" y="35478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separate resources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17720" y="3547872"/>
            <a:ext cx="0" cy="256032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36592" y="35478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nested blocks inside 1 resource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11480" y="3895344"/>
            <a:ext cx="8412480" cy="329184"/>
          </a:xfrm>
          <a:prstGeom prst="roundRect">
            <a:avLst>
              <a:gd name="adj" fmla="val 22222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02920" y="39319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920240" y="39319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resource  block itself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17720" y="3931920"/>
            <a:ext cx="0" cy="256032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36592" y="39319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nested block inside a resource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11480" y="4279392"/>
            <a:ext cx="8412480" cy="329184"/>
          </a:xfrm>
          <a:prstGeom prst="roundRect">
            <a:avLst>
              <a:gd name="adj" fmla="val 22222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0292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in state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920240" y="431596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independent state entries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17720" y="4315968"/>
            <a:ext cx="0" cy="256032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36592" y="431596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resource with N nested blocks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11480" y="4663440"/>
            <a:ext cx="8412480" cy="329184"/>
          </a:xfrm>
          <a:prstGeom prst="roundRect">
            <a:avLst>
              <a:gd name="adj" fmla="val 22222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02920" y="4700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920240" y="470001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EC2 instances, 3 S3 buckets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617720" y="4700016"/>
            <a:ext cx="0" cy="256032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36592" y="470001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ingress rules in one Security Group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11480" y="507492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566928" y="51297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for_each  to create multiple resources.   Use  dynamic  to create multiple nested blocks inside one resource.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Dynamic Block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pic>
        <p:nvPicPr>
          <p:cNvPr id="4" name="Image 0" descr="/home/claude/icons/ingr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987552"/>
            <a:ext cx="338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1 — List of port numbers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1316736"/>
            <a:ext cx="4023792" cy="2344868"/>
          </a:xfrm>
          <a:prstGeom prst="roundRect">
            <a:avLst>
              <a:gd name="adj" fmla="val 4762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476736"/>
            <a:ext cx="3749472" cy="2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"ports" { default = [80, 443, 8080]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var.ports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  = ingress.value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to_port     = ingress.value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protocol    = "tcp"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cidr_blocks = ["0.0.0.0/0"]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8" name="Image 1" descr="/home/claude/icons/vari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728" y="960120"/>
            <a:ext cx="530352" cy="5303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8808" y="987552"/>
            <a:ext cx="338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2 — Map of tag blocks (e.g. Auto Scaling Group)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8728" y="1316736"/>
            <a:ext cx="4023792" cy="1939896"/>
          </a:xfrm>
          <a:prstGeom prst="roundRect">
            <a:avLst>
              <a:gd name="adj" fmla="val 579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45888" y="1476736"/>
            <a:ext cx="3749472" cy="161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"tags" { default = { Env="prod", Team="ops"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"tag"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var.tags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key   = tag.key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value = tag.value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11480" y="3881604"/>
            <a:ext cx="8321040" cy="450000"/>
          </a:xfrm>
          <a:prstGeom prst="roundRect">
            <a:avLst>
              <a:gd name="adj" fmla="val 21053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66928" y="39877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tag.key  and  tag.value  to dynamically stamp tags from any map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Dynamic Block Patterns  (cont.)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pic>
        <p:nvPicPr>
          <p:cNvPr id="4" name="Image 0" descr="/home/claude/icons/nodu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3268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96012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3 — Conditional block: include or exclude with  if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1298448"/>
            <a:ext cx="8321040" cy="2552494"/>
          </a:xfrm>
          <a:prstGeom prst="roundRect">
            <a:avLst>
              <a:gd name="adj" fmla="val 317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389888"/>
            <a:ext cx="8046720" cy="236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"allow_ssh"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type    = bool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default = true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for_each = var.allow_ssh ? [22] : []   # [22] = include, [] = exclude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content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from_port   = ingress.value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to_port     = ingress.value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protocol    = "tcp"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cidr_blocks = ["10.0.0.0/8"]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11480" y="3895942"/>
            <a:ext cx="8321040" cy="654335"/>
          </a:xfrm>
          <a:prstGeom prst="roundRect">
            <a:avLst>
              <a:gd name="adj" fmla="val 9756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" y="394166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4197694"/>
            <a:ext cx="8046720" cy="4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var.allow_ssh = true   →   for_each = [22]   →   1 ingress block is generated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var.allow_ssh = false  →   for_each = []    →   0 ingress blocks (no SSH rule)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4595277"/>
            <a:ext cx="8321040" cy="300000"/>
          </a:xfrm>
          <a:prstGeom prst="roundRect">
            <a:avLst>
              <a:gd name="adj" fmla="val 1538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" y="4670277"/>
            <a:ext cx="804672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pattern is cleaner than  count = 0  — empty list generates zero blocks with no state side-effects.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3" name="Image 0" descr="/home/claude/icons/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6576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11480" y="8869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block label name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1179576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0352" y="12070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Wrong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0352" y="14356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"ingresss" { ... }   # typo in block name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1508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120640" y="1179576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30368" y="12070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30368" y="143560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"ingress"  { ... }   # must match resource schema exactly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22768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value without .value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2569464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0352" y="25968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Wrong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0352" y="282549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from_port = ingress.port      # wrong — missing .value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120640" y="2569464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230368" y="25968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230368" y="2825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from_port = ingress.value.port  # correct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" y="36667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dynamic to create top-level resources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1480" y="3959352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30352" y="3986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Wrong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0352" y="421538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"aws_instance" { ... }  # NOT valid — use for_each on resource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0" y="4288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120640" y="3959352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230368" y="3986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Fix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30368" y="421538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 for_each = ... 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4183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41832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00C9A7">
              <a:alpha val="82000"/>
            </a:srgbClr>
          </a:solidFill>
          <a:ln/>
        </p:spPr>
      </p:sp>
      <p:pic>
        <p:nvPicPr>
          <p:cNvPr id="7" name="Image 0" descr="/home/claude/icons/dynam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149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47218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737360" y="101498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dynamic block generates repeated nested blocks inside a resource — like for_each, but for block arguments, not for resources.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76479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1764792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4A90E2">
              <a:alpha val="82000"/>
            </a:srgbClr>
          </a:solidFill>
          <a:ln/>
        </p:spPr>
      </p:sp>
      <p:pic>
        <p:nvPicPr>
          <p:cNvPr id="12" name="Image 1" descr="/home/claude/icons/in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3794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229514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737360" y="183794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"&lt;block-label&gt;" { for_each = &lt;collection&gt;  content { &lt;block args using label.value&gt; }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258775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2587752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FFD166">
              <a:alpha val="82000"/>
            </a:srgbClr>
          </a:solidFill>
          <a:ln/>
        </p:spPr>
      </p:sp>
      <p:pic>
        <p:nvPicPr>
          <p:cNvPr id="17" name="Image 2" descr="/home/claude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6090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311810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Iterator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737360" y="266090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content { }, use  &lt;label&gt;.value  to access the current item, and  &lt;label&gt;.key  for the index. Override the name with  iterator =.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41071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410712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E7157B">
              <a:alpha val="82000"/>
            </a:srgbClr>
          </a:solidFill>
          <a:ln/>
        </p:spPr>
      </p:sp>
      <p:pic>
        <p:nvPicPr>
          <p:cNvPr id="22" name="Image 3" descr="/home/claude/icons/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83864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" y="394106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737360" y="348386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 ingress/egress rules, ASG tag blocks, ECS volume mounts, and any resource with repeated nested configuration blocks.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23367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8640" y="4233672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Image 4" descr="/home/claude/icons/nodu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0682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" y="4764024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737360" y="430682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 on resource = multiple resources.   dynamic inside resource = multiple nested blocks in one resource.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Build in the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1170432"/>
          </a:xfrm>
          <a:prstGeom prst="roundRect">
            <a:avLst>
              <a:gd name="adj" fmla="val 625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960120" cy="1170432"/>
          </a:xfrm>
          <a:prstGeom prst="roundRect">
            <a:avLst>
              <a:gd name="adj" fmla="val 7619"/>
            </a:avLst>
          </a:prstGeom>
          <a:solidFill>
            <a:srgbClr val="E7157B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/home/claude/icons/s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0876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0515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15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ingress rules — Security Group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81328" y="145389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list of port objects in a variable. Use a dynamic ingress block to stamp out one rule per port. Add and remove ports without touching the resource block.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286000"/>
            <a:ext cx="8321040" cy="1170432"/>
          </a:xfrm>
          <a:prstGeom prst="roundRect">
            <a:avLst>
              <a:gd name="adj" fmla="val 625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286000"/>
            <a:ext cx="960120" cy="1170432"/>
          </a:xfrm>
          <a:prstGeom prst="roundRect">
            <a:avLst>
              <a:gd name="adj" fmla="val 7619"/>
            </a:avLst>
          </a:prstGeom>
          <a:solidFill>
            <a:srgbClr val="4A90E2">
              <a:alpha val="9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24231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/home/claude/icons/in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83464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23774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block — SSH toggle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81328" y="277977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 dynamic "ingress" { for_each = var.allow_ssh ? [22] : [] }  to include the SSH rule only when a variable is true.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1480" y="3611880"/>
            <a:ext cx="8321040" cy="1170432"/>
          </a:xfrm>
          <a:prstGeom prst="roundRect">
            <a:avLst>
              <a:gd name="adj" fmla="val 625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611880"/>
            <a:ext cx="960120" cy="1170432"/>
          </a:xfrm>
          <a:prstGeom prst="roundRect">
            <a:avLst>
              <a:gd name="adj" fmla="val 7619"/>
            </a:avLst>
          </a:prstGeom>
          <a:solidFill>
            <a:srgbClr val="FFD166">
              <a:alpha val="9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11480" y="3749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/home/claude/icons/vari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160520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81328" y="37033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tag blocks — ASG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81328" y="4105656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dynamic tag block to stamp tags from a map variable onto an Auto Scaling Group — one dynamic block replaces N identical tag blocks.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11480" y="49194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switch to VS Code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2026-06-28T14:25:43Z</dcterms:created>
  <dcterms:modified xsi:type="dcterms:W3CDTF">2026-06-28T14:25:43Z</dcterms:modified>
</cp:coreProperties>
</file>