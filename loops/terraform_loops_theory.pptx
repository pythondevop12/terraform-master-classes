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1.png"/><Relationship Id="rId5" Type="http://schemas.openxmlformats.org/officeDocument/2006/relationships/image" Target="../media/image-3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3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terra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914400" cy="914400"/>
          </a:xfrm>
          <a:prstGeom prst="rect">
            <a:avLst/>
          </a:prstGeom>
        </p:spPr>
      </p:pic>
      <p:pic>
        <p:nvPicPr>
          <p:cNvPr id="4" name="Image 1" descr="/home/claude/icons/aw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572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822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548640" y="123444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8800" dirty="0"/>
          </a:p>
        </p:txBody>
      </p:sp>
      <p:sp>
        <p:nvSpPr>
          <p:cNvPr id="7" name="Text 3"/>
          <p:cNvSpPr/>
          <p:nvPr/>
        </p:nvSpPr>
        <p:spPr>
          <a:xfrm>
            <a:off x="548640" y="278892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 ·  for_each  ·  for expressions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48640" y="333756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copy-pasting resources. Write infrastructure that scales.</a:t>
            </a:r>
            <a:endParaRPr lang="en-US" sz="1300" dirty="0"/>
          </a:p>
        </p:txBody>
      </p:sp>
      <p:pic>
        <p:nvPicPr>
          <p:cNvPr id="9" name="Image 2" descr="/home/claude/icons/lo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023360"/>
            <a:ext cx="822960" cy="8229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160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900" dirty="0"/>
          </a:p>
        </p:txBody>
      </p:sp>
      <p:pic>
        <p:nvPicPr>
          <p:cNvPr id="11" name="Image 3" descr="/home/claude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4023360"/>
            <a:ext cx="822960" cy="8229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31920" y="4892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900" dirty="0"/>
          </a:p>
        </p:txBody>
      </p:sp>
      <p:pic>
        <p:nvPicPr>
          <p:cNvPr id="13" name="Image 4" descr="/home/claude/icons/outpu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4023360"/>
            <a:ext cx="822960" cy="8229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49440" y="4892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54864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PythonDevOpsAcademy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Copy-Paste Infrastructure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Scenario: create one S3 bucket per environment — dev, stage, prod.</a:t>
            </a:r>
            <a:endParaRPr lang="en-US" sz="1300" dirty="0"/>
          </a:p>
        </p:txBody>
      </p:sp>
      <p:pic>
        <p:nvPicPr>
          <p:cNvPr id="5" name="Image 0" descr="/home/claude/icon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417320" y="1188720"/>
            <a:ext cx="3703320" cy="2697480"/>
          </a:xfrm>
          <a:prstGeom prst="roundRect">
            <a:avLst>
              <a:gd name="adj" fmla="val 2712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54480" y="1280160"/>
            <a:ext cx="3429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"dev"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"myapp-dev"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"stage"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"myapp-stage"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"prod"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= "myapp-prod"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03520" y="1188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Problems:</a:t>
            </a:r>
            <a:endParaRPr lang="en-US" sz="1300" dirty="0"/>
          </a:p>
        </p:txBody>
      </p:sp>
      <p:pic>
        <p:nvPicPr>
          <p:cNvPr id="10" name="Image 1" descr="/home/claude/icons/nod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536192"/>
            <a:ext cx="502920" cy="5029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303520" y="1572768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13248" y="16184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3 blocks doing the same thing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303520" y="2066544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413248" y="2112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Add env → write another block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03520" y="2560320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413248" y="260604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Config change → edit all 3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303520" y="3054096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413248" y="309981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Easy to miss → drift risk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03520" y="3547872"/>
            <a:ext cx="352044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5413248" y="359359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Violates DRY principle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11480" y="4041648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👉  The bigger your infrastructure, the worse this gets. Loops are the fix.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Loop Once, Deploy Many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8229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3 S3 buckets — rewritten with for_each:</a:t>
            </a:r>
            <a:endParaRPr lang="en-US" sz="1300" dirty="0"/>
          </a:p>
        </p:txBody>
      </p:sp>
      <p:pic>
        <p:nvPicPr>
          <p:cNvPr id="5" name="Image 0" descr="/home/claude/icon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07008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72" y="19659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block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buckets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389888" y="1207008"/>
            <a:ext cx="4114800" cy="2176272"/>
          </a:xfrm>
          <a:prstGeom prst="roundRect">
            <a:avLst>
              <a:gd name="adj" fmla="val 336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527048" y="1298448"/>
            <a:ext cx="384048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"environments"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["dev", "stage", "prod"]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"app"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toset(var.environments)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  = "myapp-${each.key}"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0" y="1207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get: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669280" y="1572768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79008" y="161848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block handles all envs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669280" y="2066544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79008" y="21122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Add env → edit the list only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669280" y="2560320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79008" y="260604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Config change → 1 place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669280" y="3054096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79008" y="309981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Scales to any number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669280" y="3547872"/>
            <a:ext cx="3246120" cy="420624"/>
          </a:xfrm>
          <a:prstGeom prst="roundRect">
            <a:avLst>
              <a:gd name="adj" fmla="val 173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79008" y="3593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Readable &amp; maintainable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148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4th env? Change 1 line: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11480" y="3767328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86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= ["dev", "stage", "prod", "dr"]</a:t>
            </a:r>
            <a:endParaRPr lang="en-US" sz="1300" dirty="0"/>
          </a:p>
        </p:txBody>
      </p:sp>
      <p:pic>
        <p:nvPicPr>
          <p:cNvPr id="23" name="Image 1" descr="/home/claude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3675888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577840" y="4325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800" dirty="0"/>
          </a:p>
        </p:txBody>
      </p:sp>
      <p:pic>
        <p:nvPicPr>
          <p:cNvPr id="25" name="Image 2" descr="/home/claude/icons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3675888"/>
            <a:ext cx="640080" cy="6400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419088" y="4325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stg</a:t>
            </a:r>
            <a:endParaRPr lang="en-US" sz="800" dirty="0"/>
          </a:p>
        </p:txBody>
      </p:sp>
      <p:pic>
        <p:nvPicPr>
          <p:cNvPr id="27" name="Image 3" descr="/home/claude/icons/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0336" y="3675888"/>
            <a:ext cx="640080" cy="6400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60336" y="4325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prd</a:t>
            </a:r>
            <a:endParaRPr lang="en-US" sz="800" dirty="0"/>
          </a:p>
        </p:txBody>
      </p:sp>
      <p:pic>
        <p:nvPicPr>
          <p:cNvPr id="29" name="Image 4" descr="/home/claude/icons/s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4" y="3675888"/>
            <a:ext cx="640080" cy="64008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01584" y="432511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 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Loop in Terraform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00C9A7">
              <a:alpha val="85000"/>
            </a:srgbClr>
          </a:solidFill>
          <a:ln/>
        </p:spPr>
      </p:sp>
      <p:pic>
        <p:nvPicPr>
          <p:cNvPr id="6" name="Image 0" descr="/home/claude/icon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179576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938528" y="9875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Index-based repetition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938528" y="135331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count = N to create N copies. Loop variable is count.index (starts at 0).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938528" y="181051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Identical/near-identical resources where order doesn't matter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1480" y="224028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" y="224028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4A90E2">
              <a:alpha val="85000"/>
            </a:srgbClr>
          </a:solidFill>
          <a:ln/>
        </p:spPr>
      </p:sp>
      <p:pic>
        <p:nvPicPr>
          <p:cNvPr id="13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05456"/>
            <a:ext cx="640080" cy="640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1480" y="304495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938528" y="23134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Key-based repetition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938528" y="26791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over a map or set. Each resource has a unique string key — each.key.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938528" y="31363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Resources that differ by name, tag, or configuration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11480" y="356616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3566160"/>
            <a:ext cx="1417320" cy="1188720"/>
          </a:xfrm>
          <a:prstGeom prst="roundRect">
            <a:avLst>
              <a:gd name="adj" fmla="val 6154"/>
            </a:avLst>
          </a:prstGeom>
          <a:solidFill>
            <a:srgbClr val="FFD166">
              <a:alpha val="85000"/>
            </a:srgbClr>
          </a:solidFill>
          <a:ln/>
        </p:spPr>
      </p:sp>
      <p:pic>
        <p:nvPicPr>
          <p:cNvPr id="20" name="Image 2" descr="/home/claude/icons/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831336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1480" y="437083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938528" y="36393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transformation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1938528" y="40050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a list or map into a new list or map. Does NOT create resources.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938528" y="446227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when: Building values in locals, variables, and outputs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C9A7"/>
          </a:solidFill>
          <a:ln/>
        </p:spPr>
      </p:sp>
      <p:pic>
        <p:nvPicPr>
          <p:cNvPr id="3" name="Image 0" descr="/home/claude/icons/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731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 — Index-based repetition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841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152144"/>
            <a:ext cx="4114800" cy="2487168"/>
          </a:xfrm>
          <a:prstGeom prst="roundRect">
            <a:avLst>
              <a:gd name="adj" fmla="val 294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243584"/>
            <a:ext cx="384048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"web"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         =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"ami-0abcdef"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"web-server-${count.index}"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63440" y="84124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Terraform creates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115214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/home/claude/icons/e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170432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188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aws_instance.web[0]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303520" y="1444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"web-server-0"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63440" y="183794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/home/claude/icons/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56232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aws_instance.web[1]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303520" y="21305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"web-server-1"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52374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8" name="Image 3" descr="/home/claude/icons/e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542032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0352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aws_instance.web[2]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5303520" y="28163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"web-server-2"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663440" y="3227832"/>
            <a:ext cx="4206240" cy="502920"/>
          </a:xfrm>
          <a:prstGeom prst="roundRect">
            <a:avLst>
              <a:gd name="adj" fmla="val 14545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4800600" y="3282696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count.index  starts at 0, goes up by 1 each iteration.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11480" y="3721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from outside: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4005072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548640" y="409651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"ip"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aws_instance.web[0].public_ip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F476F"/>
          </a:solidFill>
          <a:ln/>
        </p:spPr>
      </p:sp>
      <p:pic>
        <p:nvPicPr>
          <p:cNvPr id="3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6576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731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count — The Index Shift Gotcha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85039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delete an item from the middle of the list?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234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 (count = 3):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536192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/home/claude/icons/e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727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1609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 web-server-0  (dev)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11480" y="2066544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/home/claude/icons/e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0312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32688" y="213969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web-server-1  (stage ← delete)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11480" y="2596896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/home/claude/icons/ec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633472"/>
            <a:ext cx="384048" cy="384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32688" y="26700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web-server-2  (prod)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77640" y="19202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3886200" y="239572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84632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 (count = 2):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846320" y="1536192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/home/claude/icons/ec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572768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94960" y="160934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 web-server-0  (dev)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846320" y="2066544"/>
            <a:ext cx="3977640" cy="457200"/>
          </a:xfrm>
          <a:prstGeom prst="roundRect">
            <a:avLst>
              <a:gd name="adj" fmla="val 16000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3" name="Image 5" descr="/home/claude/icons/ec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103120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94960" y="21396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web-server-1  (prod  ← SHIFTED!)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11480" y="2944368"/>
            <a:ext cx="8321040" cy="804672"/>
          </a:xfrm>
          <a:prstGeom prst="roundRect">
            <a:avLst>
              <a:gd name="adj" fmla="val 909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66928" y="2990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 output: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66928" y="321868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  aws_instance.web[2]   # prod server gets destroyed!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  aws_instance.web[1]   # was stage, now points to prod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11480" y="3840480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566928" y="3803904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 Use count only when all instances are truly identical and you rarely remove items.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resources have names (dev/stage/prod), use  for_each — it doesn't have this problem.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3" name="Image 0" descr="/home/claude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731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 — Key-based repetition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11480" y="84124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accepts two input types: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11480" y="1170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Map — items have different configs</a:t>
            </a:r>
            <a:endParaRPr lang="en-US" sz="1300" dirty="0"/>
          </a:p>
        </p:txBody>
      </p:sp>
      <p:pic>
        <p:nvPicPr>
          <p:cNvPr id="7" name="Image 1" descr="/home/claude/icons/ec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08760"/>
            <a:ext cx="502920" cy="502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005840" y="1508760"/>
            <a:ext cx="3520440" cy="2487168"/>
          </a:xfrm>
          <a:prstGeom prst="roundRect">
            <a:avLst>
              <a:gd name="adj" fmla="val 294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1143000" y="1600200"/>
            <a:ext cx="32461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 "instances"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default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dev  = "t2.micro"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 = "t3.small"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"app"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     = var.instances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each.value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 Name = each.key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11480" y="40690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Set — items only have names</a:t>
            </a:r>
            <a:endParaRPr lang="en-US" sz="1300" dirty="0"/>
          </a:p>
        </p:txBody>
      </p:sp>
      <p:pic>
        <p:nvPicPr>
          <p:cNvPr id="11" name="Image 2" descr="/home/claude/icons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407408"/>
            <a:ext cx="502920" cy="5029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05840" y="4407408"/>
            <a:ext cx="352044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143000" y="449884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"app"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toset(["dev","stage","prod"])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  = "myapp-${each.key}"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4754880" y="11704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 variables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754880" y="1517904"/>
            <a:ext cx="411480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4892040" y="15727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each.key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4892040" y="19202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key, or the set element.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 string.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2569464"/>
            <a:ext cx="411480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4892040" y="26243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each.value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89204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sets: same as each.key.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75488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outside the block: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754880" y="40050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892040" y="409651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aws_s3_bucket.app["dev"].arn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aws_instance.app["prod"].public_ip</a:t>
            </a:r>
            <a:endParaRPr lang="en-US" sz="1100" dirty="0"/>
          </a:p>
        </p:txBody>
      </p:sp>
      <p:pic>
        <p:nvPicPr>
          <p:cNvPr id="24" name="Image 3" descr="/home/claude/icons/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3977640"/>
            <a:ext cx="411480" cy="411480"/>
          </a:xfrm>
          <a:prstGeom prst="rect">
            <a:avLst/>
          </a:prstGeom>
        </p:spPr>
      </p:pic>
      <p:pic>
        <p:nvPicPr>
          <p:cNvPr id="25" name="Image 4" descr="/home/claude/icons/ec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44348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4A90E2"/>
          </a:solidFill>
          <a:ln/>
        </p:spPr>
      </p:sp>
      <p:pic>
        <p:nvPicPr>
          <p:cNvPr id="3" name="Image 0" descr="/home/claude/icons/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731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— No Index Shift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11480" y="859536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the same 'stage' bucket — what happens with for_each?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1480" y="1243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554480"/>
            <a:ext cx="3474720" cy="493776"/>
          </a:xfrm>
          <a:prstGeom prst="roundRect">
            <a:avLst>
              <a:gd name="adj" fmla="val 1481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8" name="Image 1" descr="/home/claude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591056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9264" y="16276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["dev"] → myapp-dev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11480" y="2121408"/>
            <a:ext cx="3474720" cy="493776"/>
          </a:xfrm>
          <a:prstGeom prst="roundRect">
            <a:avLst>
              <a:gd name="adj" fmla="val 1481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1" name="Image 2" descr="/home/claude/icons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157984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9264" y="2194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7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["stage"] → myapp-stage  ← remove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411480" y="2688336"/>
            <a:ext cx="3474720" cy="493776"/>
          </a:xfrm>
          <a:prstGeom prst="roundRect">
            <a:avLst>
              <a:gd name="adj" fmla="val 1481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14" name="Image 3" descr="/home/claude/icons/s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724912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9264" y="276148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["prod"] → myapp-prod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3977640" y="2011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Text 11"/>
          <p:cNvSpPr/>
          <p:nvPr/>
        </p:nvSpPr>
        <p:spPr>
          <a:xfrm>
            <a:off x="3886200" y="2487168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4846320" y="1243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846320" y="1554480"/>
            <a:ext cx="3977640" cy="493776"/>
          </a:xfrm>
          <a:prstGeom prst="roundRect">
            <a:avLst>
              <a:gd name="adj" fmla="val 1481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/home/claude/icons/s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591056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13248" y="1627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["dev"] → myapp-dev  ✓ untouched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846320" y="2121408"/>
            <a:ext cx="3977640" cy="493776"/>
          </a:xfrm>
          <a:prstGeom prst="roundRect">
            <a:avLst>
              <a:gd name="adj" fmla="val 1481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pic>
        <p:nvPicPr>
          <p:cNvPr id="23" name="Image 5" descr="/home/claude/icons/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157984"/>
            <a:ext cx="411480" cy="4114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413248" y="21945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["prod"] → myapp-prod  ✓ untouched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11480" y="3346704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566928" y="3383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plan: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566928" y="361188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destroy  aws_s3_bucket.app["stage"]   # only stage — nothing else touched ✓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411480" y="4096512"/>
            <a:ext cx="8321040" cy="749808"/>
          </a:xfrm>
          <a:prstGeom prst="roundRect">
            <a:avLst>
              <a:gd name="adj" fmla="val 9756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9" name="Text 21"/>
          <p:cNvSpPr/>
          <p:nvPr/>
        </p:nvSpPr>
        <p:spPr>
          <a:xfrm>
            <a:off x="566928" y="41422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  Each resource is tracked by its string key — not a position number.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566928" y="44256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"stage" only affects the "stage" resource. Dev and prod are completely unaffected.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3" name="Image 0" descr="/home/claude/icons/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731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 expression — Data transformation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11480" y="822960"/>
            <a:ext cx="8321040" cy="640080"/>
          </a:xfrm>
          <a:prstGeom prst="roundRect">
            <a:avLst>
              <a:gd name="adj" fmla="val 11429"/>
            </a:avLst>
          </a:prstGeom>
          <a:solidFill>
            <a:srgbClr val="2D1218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66928" y="87782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for expression does NOT create resources — it transforms data.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" y="1572768"/>
            <a:ext cx="8321040" cy="658368"/>
          </a:xfrm>
          <a:prstGeom prst="roundRect">
            <a:avLst>
              <a:gd name="adj" fmla="val 11111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6928" y="1627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for &lt;item&gt; in &lt;list&gt; : &lt;expression&gt; ]         →  produces a list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1883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for &lt;item&gt; in &lt;list&gt; : &lt;key&gt; =&gt; &lt;value&gt; }  →  produces a map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2331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→ List  (transform each element)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2624328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27157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for env in var.envs : upper(env)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Input: ["dev","stage","prod"]   Output: ["DEV","STAGE","PROD"]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26440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→ Map  (build a lookup table)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11480" y="3557016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64845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for env in var.envs : env =&gt; "${env}-bucket"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{ dev="dev-bucket", stage="stage-bucket", prod="prod-bucket" 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419709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 if  filter  (exclude items)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11480" y="4489704"/>
            <a:ext cx="8321040" cy="566928"/>
          </a:xfrm>
          <a:prstGeom prst="roundRect">
            <a:avLst>
              <a:gd name="adj" fmla="val 1290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48640" y="45811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for e in var.envs : e if e != "dev" 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["stage","prod"]  — dev excluded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Expression — Practical Uses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FFD166"/>
            </a:solidFill>
            <a:prstDash val="solid"/>
          </a:ln>
        </p:spPr>
      </p:sp>
      <p:pic>
        <p:nvPicPr>
          <p:cNvPr id="4" name="Image 0" descr="/home/claude/icon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9611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8992" y="98755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 locals  — derive a list from a variable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1480" y="1335024"/>
            <a:ext cx="832104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426464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bucket_names = [ for e in var.envs : "${var.app}-${e}"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Result: ["myapp-dev", "myapp-stage", "myapp-prod"]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8" name="Image 1" descr="/home/claude/icons/outp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313432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8992" y="240487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 outputs  — extract a field from every resource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1480" y="2752344"/>
            <a:ext cx="832104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2843784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"all_bucket_arns"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 = { for k, v in aws_s3_bucket.app : k =&gt; v.arn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Result: { dev="arn:...", stage="arn:...", prod="arn:..."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12" name="Image 2" descr="/home/claude/icons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730752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822192"/>
            <a:ext cx="7635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 for_each  — filter a list before creating resources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11480" y="4169664"/>
            <a:ext cx="8321040" cy="896112"/>
          </a:xfrm>
          <a:prstGeom prst="roundRect">
            <a:avLst>
              <a:gd name="adj" fmla="val 816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548640" y="4261104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"aws_s3_bucket" "app"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for_each = toset([ for e in var.envs : e if e != "test" 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bucket   = "myapp-${each.key}"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11480" y="5120640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66928" y="5175504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reminder:  for = data only.   count / for_each = resource creation.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 vs  for_each — When to Use Which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pic>
        <p:nvPicPr>
          <p:cNvPr id="4" name="Image 0" descr="/home/claude/icon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22960"/>
            <a:ext cx="502920" cy="502920"/>
          </a:xfrm>
          <a:prstGeom prst="rect">
            <a:avLst/>
          </a:prstGeom>
        </p:spPr>
      </p:pic>
      <p:pic>
        <p:nvPicPr>
          <p:cNvPr id="5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822960"/>
            <a:ext cx="502920" cy="502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87552" y="822960"/>
            <a:ext cx="3337560" cy="475488"/>
          </a:xfrm>
          <a:prstGeom prst="roundRect">
            <a:avLst>
              <a:gd name="adj" fmla="val 15385"/>
            </a:avLst>
          </a:prstGeom>
          <a:solidFill>
            <a:srgbClr val="00C9A7">
              <a:alpha val="85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87552" y="822960"/>
            <a:ext cx="3337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5321808" y="822960"/>
            <a:ext cx="3474720" cy="475488"/>
          </a:xfrm>
          <a:prstGeom prst="roundRect">
            <a:avLst>
              <a:gd name="adj" fmla="val 15385"/>
            </a:avLst>
          </a:prstGeom>
          <a:solidFill>
            <a:srgbClr val="4A90E2">
              <a:alpha val="85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5321808" y="8229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411480" y="1389888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48640" y="1417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type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48640" y="1636776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number  (e.g. count = 3)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89120" y="1463040"/>
            <a:ext cx="0" cy="47548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26280" y="163677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map or a set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2103120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48640" y="2130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address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235000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resource[0]  /  resource[1]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389120" y="2176272"/>
            <a:ext cx="0" cy="47548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26280" y="235000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resource["dev"]  /  resource["prod"]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11480" y="2816352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48640" y="28437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an item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306324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shifts → may destroy others ⚠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389120" y="2889504"/>
            <a:ext cx="0" cy="47548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26280" y="30632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 that key removed — safe ✓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11480" y="3529584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548640" y="35570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configs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8640" y="3776472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— all copies share the same block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389120" y="3602736"/>
            <a:ext cx="0" cy="47548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526280" y="37764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 — use each.value for per-item config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11480" y="4242816"/>
            <a:ext cx="8412480" cy="621792"/>
          </a:xfrm>
          <a:prstGeom prst="roundRect">
            <a:avLst>
              <a:gd name="adj" fmla="val 11765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1" name="Text 27"/>
          <p:cNvSpPr/>
          <p:nvPr/>
        </p:nvSpPr>
        <p:spPr>
          <a:xfrm>
            <a:off x="548640" y="42702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548640" y="4489704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identical copies (replicas, spare VMs)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389120" y="4315968"/>
            <a:ext cx="0" cy="475488"/>
          </a:xfrm>
          <a:prstGeom prst="line">
            <a:avLst/>
          </a:prstGeom>
          <a:noFill/>
          <a:ln w="12700">
            <a:solidFill>
              <a:srgbClr val="8899AA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4526280" y="448970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Named items (envs, regions, accounts)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11480" y="498348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D2E44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566928" y="50383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in doubt → prefer  for_each. It is safer and more readable for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713232"/>
            <a:ext cx="822960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960120"/>
            <a:ext cx="8229600" cy="877824"/>
          </a:xfrm>
          <a:prstGeom prst="roundRect">
            <a:avLst>
              <a:gd name="adj" fmla="val 833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60120"/>
            <a:ext cx="1188720" cy="877824"/>
          </a:xfrm>
          <a:prstGeom prst="roundRect">
            <a:avLst>
              <a:gd name="adj" fmla="val 8333"/>
            </a:avLst>
          </a:prstGeom>
          <a:solidFill>
            <a:srgbClr val="00C9A7">
              <a:alpha val="82000"/>
            </a:srgbClr>
          </a:solidFill>
          <a:ln/>
        </p:spPr>
      </p:sp>
      <p:pic>
        <p:nvPicPr>
          <p:cNvPr id="7" name="Image 0" descr="/home/claude/icons/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069848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6184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874520" y="105156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 identical resources. Loop variable is count.index (starts at 0). Watch out for index shift when removing middle items.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8229600" cy="877824"/>
          </a:xfrm>
          <a:prstGeom prst="roundRect">
            <a:avLst>
              <a:gd name="adj" fmla="val 833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965960"/>
            <a:ext cx="1188720" cy="877824"/>
          </a:xfrm>
          <a:prstGeom prst="roundRect">
            <a:avLst>
              <a:gd name="adj" fmla="val 8333"/>
            </a:avLst>
          </a:prstGeom>
          <a:solidFill>
            <a:srgbClr val="4A90E2">
              <a:alpha val="82000"/>
            </a:srgbClr>
          </a:solidFill>
          <a:ln/>
        </p:spPr>
      </p:sp>
      <p:pic>
        <p:nvPicPr>
          <p:cNvPr id="12" name="Image 1" descr="/home/claude/icons/k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" y="26243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for_each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874520" y="205740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N named resources. Accepts a map or set. Use each.key and each.value. Safe to remove any item — others unaffected.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2971800"/>
            <a:ext cx="8229600" cy="877824"/>
          </a:xfrm>
          <a:prstGeom prst="roundRect">
            <a:avLst>
              <a:gd name="adj" fmla="val 833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971800"/>
            <a:ext cx="1188720" cy="877824"/>
          </a:xfrm>
          <a:prstGeom prst="roundRect">
            <a:avLst>
              <a:gd name="adj" fmla="val 8333"/>
            </a:avLst>
          </a:prstGeom>
          <a:solidFill>
            <a:srgbClr val="FFD166">
              <a:alpha val="82000"/>
            </a:srgbClr>
          </a:solidFill>
          <a:ln/>
        </p:spPr>
      </p:sp>
      <p:pic>
        <p:nvPicPr>
          <p:cNvPr id="17" name="Image 2" descr="/home/claude/icons/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81528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8640" y="3630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874520" y="306324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data — does NOT create resources. [ ] = list,  { } = map. Use in locals, outputs, and to feed for_each.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3977640"/>
            <a:ext cx="8229600" cy="877824"/>
          </a:xfrm>
          <a:prstGeom prst="roundRect">
            <a:avLst>
              <a:gd name="adj" fmla="val 8333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977640"/>
            <a:ext cx="1188720" cy="877824"/>
          </a:xfrm>
          <a:prstGeom prst="roundRect">
            <a:avLst>
              <a:gd name="adj" fmla="val 8333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Image 3" descr="/home/claude/icons/aw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87368"/>
            <a:ext cx="512064" cy="51206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" y="46360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874520" y="4069080"/>
            <a:ext cx="6766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 have names? → for_each.   Just need N copies? → count.   Need to reshape data? → for expression.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Build in the Demo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713232"/>
            <a:ext cx="8321040" cy="0"/>
          </a:xfrm>
          <a:prstGeom prst="line">
            <a:avLst/>
          </a:prstGeom>
          <a:noFill/>
          <a:ln w="3175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00C9A7">
              <a:alpha val="9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/home/claude/icons/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50876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81328" y="106984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— Three EC2 Instances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81328" y="15087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3 identical EC2 instances. Use count.index in the Name tag. Reference one by index in an output.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295144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1480" y="2295144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4A90E2">
              <a:alpha val="9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411480" y="245973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1" descr="/home/claude/icons/s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843784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81328" y="2404872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for_each — S3 Buckets from a Map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481328" y="284378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 map of environments → configs. Create one bucket per env. Remove one env and show the isolated plan.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11480" y="3630168"/>
            <a:ext cx="8321040" cy="1188720"/>
          </a:xfrm>
          <a:prstGeom prst="roundRect">
            <a:avLst>
              <a:gd name="adj" fmla="val 6154"/>
            </a:avLst>
          </a:prstGeom>
          <a:solidFill>
            <a:srgbClr val="162336"/>
          </a:solidFill>
          <a:ln/>
          <a:effectLst>
            <a:outerShdw sx="100000" sy="100000" kx="0" ky="0" algn="bl" rotWithShape="0" blurRad="101600" dist="38100" dir="2700000">
              <a:srgbClr val="000000">
                <a:alpha val="2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1480" y="3630168"/>
            <a:ext cx="960120" cy="1188720"/>
          </a:xfrm>
          <a:prstGeom prst="roundRect">
            <a:avLst>
              <a:gd name="adj" fmla="val 7619"/>
            </a:avLst>
          </a:prstGeom>
          <a:solidFill>
            <a:srgbClr val="FFD166">
              <a:alpha val="9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11480" y="3794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2" descr="/home/claude/icons/outp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178808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81328" y="373989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Expression in Outputs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481328" y="417880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for expression to extract all bucket ARNs into a map output. Show list → map transformation.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11480" y="49194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switch to VS Code 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2026-06-25T13:59:39Z</dcterms:created>
  <dcterms:modified xsi:type="dcterms:W3CDTF">2026-06-25T13:59:39Z</dcterms:modified>
</cp:coreProperties>
</file>